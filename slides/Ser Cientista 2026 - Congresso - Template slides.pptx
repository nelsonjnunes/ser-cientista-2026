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450" r:id="rId2"/>
    <p:sldId id="462" r:id="rId3"/>
    <p:sldId id="463" r:id="rId4"/>
    <p:sldId id="464" r:id="rId5"/>
    <p:sldId id="465" r:id="rId6"/>
    <p:sldId id="466" r:id="rId7"/>
  </p:sldIdLst>
  <p:sldSz cx="13004800" cy="9753600"/>
  <p:notesSz cx="6797675" cy="987266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009F"/>
    <a:srgbClr val="2D00A8"/>
    <a:srgbClr val="2C00A1"/>
    <a:srgbClr val="2C089F"/>
    <a:srgbClr val="8EF14A"/>
    <a:srgbClr val="8CF046"/>
    <a:srgbClr val="FFDD4D"/>
    <a:srgbClr val="A1D55D"/>
    <a:srgbClr val="2B3F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Sem Estilo, Tabela com Grelh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05" autoAdjust="0"/>
    <p:restoredTop sz="90792" autoAdjust="0"/>
  </p:normalViewPr>
  <p:slideViewPr>
    <p:cSldViewPr snapToGrid="0">
      <p:cViewPr varScale="1">
        <p:scale>
          <a:sx n="71" d="100"/>
          <a:sy n="71" d="100"/>
        </p:scale>
        <p:origin x="20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>
            <a:spLocks noGrp="1" noRot="1" noChangeAspect="1"/>
          </p:cNvSpPr>
          <p:nvPr>
            <p:ph type="sldImg"/>
          </p:nvPr>
        </p:nvSpPr>
        <p:spPr>
          <a:xfrm>
            <a:off x="930275" y="739775"/>
            <a:ext cx="4937125" cy="370363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6" name="Shape 126"/>
          <p:cNvSpPr>
            <a:spLocks noGrp="1"/>
          </p:cNvSpPr>
          <p:nvPr>
            <p:ph type="body" sz="quarter" idx="1"/>
          </p:nvPr>
        </p:nvSpPr>
        <p:spPr>
          <a:xfrm>
            <a:off x="906357" y="4689515"/>
            <a:ext cx="4984962" cy="444269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02208004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1606550" y="635000"/>
            <a:ext cx="9779000" cy="591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>
            <a:spLocks noGrp="1"/>
          </p:cNvSpPr>
          <p:nvPr>
            <p:ph type="body" sz="quarter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>
            <a:spLocks noGrp="1"/>
          </p:cNvSpPr>
          <p:nvPr>
            <p:ph type="sldNum" sz="quarter" idx="2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6718300" y="635000"/>
            <a:ext cx="5334000" cy="8229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>
            <a:spLocks noGrp="1"/>
          </p:cNvSpPr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>
            <a:spLocks noGrp="1"/>
          </p:cNvSpPr>
          <p:nvPr>
            <p:ph type="body" sz="quarter" idx="1"/>
          </p:nvPr>
        </p:nvSpPr>
        <p:spPr>
          <a:xfrm>
            <a:off x="952500" y="4762500"/>
            <a:ext cx="5334000" cy="4102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6718300" y="2603500"/>
            <a:ext cx="533400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>
            <a:spLocks noGrp="1"/>
          </p:cNvSpPr>
          <p:nvPr>
            <p:ph type="body" sz="half" idx="1"/>
          </p:nvPr>
        </p:nvSpPr>
        <p:spPr>
          <a:xfrm>
            <a:off x="952500" y="26035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>
            <a:spLocks noGrp="1"/>
          </p:cNvSpPr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13"/>
          </p:nvPr>
        </p:nvSpPr>
        <p:spPr>
          <a:xfrm>
            <a:off x="6718300" y="50927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6724518" y="889000"/>
            <a:ext cx="5334001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sz="half" idx="15"/>
          </p:nvPr>
        </p:nvSpPr>
        <p:spPr>
          <a:xfrm>
            <a:off x="952500" y="889000"/>
            <a:ext cx="5334000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>
            <a:spLocks noGrp="1"/>
          </p:cNvSpPr>
          <p:nvPr>
            <p:ph type="body" sz="quarter" idx="13"/>
          </p:nvPr>
        </p:nvSpPr>
        <p:spPr>
          <a:xfrm>
            <a:off x="1270000" y="6362700"/>
            <a:ext cx="10464800" cy="4699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>
            <a:spLocks noGrp="1"/>
          </p:cNvSpPr>
          <p:nvPr>
            <p:ph type="body" sz="quarter" idx="14"/>
          </p:nvPr>
        </p:nvSpPr>
        <p:spPr>
          <a:xfrm>
            <a:off x="1270000" y="4267200"/>
            <a:ext cx="10464800" cy="6858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800"/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1865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800"/>
            </a:lvl1pPr>
          </a:lstStyle>
          <a:p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9B7ED8C-619E-F237-141A-A3D7622AE1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21104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4347CD0-49EC-AF1E-DF29-A08F2765F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56" y="15498"/>
            <a:ext cx="13003742" cy="9754394"/>
          </a:xfrm>
          <a:prstGeom prst="rect">
            <a:avLst/>
          </a:prstGeom>
        </p:spPr>
      </p:pic>
      <p:sp>
        <p:nvSpPr>
          <p:cNvPr id="4" name="Square">
            <a:extLst>
              <a:ext uri="{FF2B5EF4-FFF2-40B4-BE49-F238E27FC236}">
                <a16:creationId xmlns:a16="http://schemas.microsoft.com/office/drawing/2014/main" id="{1CAA8EFA-ADF4-D7A9-0391-7D2771B30EE5}"/>
              </a:ext>
            </a:extLst>
          </p:cNvPr>
          <p:cNvSpPr/>
          <p:nvPr/>
        </p:nvSpPr>
        <p:spPr>
          <a:xfrm>
            <a:off x="1048004" y="3118844"/>
            <a:ext cx="10908792" cy="569646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381000" dist="25400" dir="5400000" rotWithShape="0">
              <a:srgbClr val="000000"/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" name="Rectângulo 9">
            <a:extLst>
              <a:ext uri="{FF2B5EF4-FFF2-40B4-BE49-F238E27FC236}">
                <a16:creationId xmlns:a16="http://schemas.microsoft.com/office/drawing/2014/main" id="{F9B001A4-18F7-251E-9375-9E58D94F627E}"/>
              </a:ext>
            </a:extLst>
          </p:cNvPr>
          <p:cNvSpPr/>
          <p:nvPr/>
        </p:nvSpPr>
        <p:spPr>
          <a:xfrm>
            <a:off x="1048005" y="5197636"/>
            <a:ext cx="10908792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5200" dirty="0">
                <a:solidFill>
                  <a:srgbClr val="2C089F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1.º | Título </a:t>
            </a:r>
          </a:p>
          <a:p>
            <a:r>
              <a:rPr lang="pt-PT" sz="4200" dirty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Identificação dos participantes e do projeto</a:t>
            </a:r>
          </a:p>
        </p:txBody>
      </p:sp>
    </p:spTree>
    <p:extLst>
      <p:ext uri="{BB962C8B-B14F-4D97-AF65-F5344CB8AC3E}">
        <p14:creationId xmlns:p14="http://schemas.microsoft.com/office/powerpoint/2010/main" val="256101172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4347CD0-49EC-AF1E-DF29-A08F2765F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56" y="15498"/>
            <a:ext cx="13002684" cy="9753600"/>
          </a:xfrm>
          <a:prstGeom prst="rect">
            <a:avLst/>
          </a:prstGeom>
        </p:spPr>
      </p:pic>
      <p:sp>
        <p:nvSpPr>
          <p:cNvPr id="5" name="Square">
            <a:extLst>
              <a:ext uri="{FF2B5EF4-FFF2-40B4-BE49-F238E27FC236}">
                <a16:creationId xmlns:a16="http://schemas.microsoft.com/office/drawing/2014/main" id="{408DDC55-0613-8675-CF31-5402E07960C5}"/>
              </a:ext>
            </a:extLst>
          </p:cNvPr>
          <p:cNvSpPr/>
          <p:nvPr/>
        </p:nvSpPr>
        <p:spPr>
          <a:xfrm>
            <a:off x="1048004" y="3118844"/>
            <a:ext cx="10908792" cy="569646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381000" dist="25400" dir="5400000" rotWithShape="0">
              <a:srgbClr val="000000"/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" name="Rectângulo 10">
            <a:extLst>
              <a:ext uri="{FF2B5EF4-FFF2-40B4-BE49-F238E27FC236}">
                <a16:creationId xmlns:a16="http://schemas.microsoft.com/office/drawing/2014/main" id="{324ADBFC-4C07-1350-A153-F5AF90BA4BB1}"/>
              </a:ext>
            </a:extLst>
          </p:cNvPr>
          <p:cNvSpPr/>
          <p:nvPr/>
        </p:nvSpPr>
        <p:spPr>
          <a:xfrm>
            <a:off x="1048004" y="4551305"/>
            <a:ext cx="10908792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pt-PT" sz="5200" dirty="0">
                <a:solidFill>
                  <a:srgbClr val="2C009F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2.º | Problema científico/objetivos </a:t>
            </a:r>
          </a:p>
          <a:p>
            <a:pPr lvl="1"/>
            <a:r>
              <a:rPr lang="pt-PT" sz="4200" dirty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Apresentação dos desafios/questões levantadas pelo projeto, assim como os objetivos a alcançar</a:t>
            </a:r>
          </a:p>
        </p:txBody>
      </p:sp>
    </p:spTree>
    <p:extLst>
      <p:ext uri="{BB962C8B-B14F-4D97-AF65-F5344CB8AC3E}">
        <p14:creationId xmlns:p14="http://schemas.microsoft.com/office/powerpoint/2010/main" val="427609507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4347CD0-49EC-AF1E-DF29-A08F2765F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56" y="15498"/>
            <a:ext cx="13002684" cy="9753600"/>
          </a:xfrm>
          <a:prstGeom prst="rect">
            <a:avLst/>
          </a:prstGeom>
        </p:spPr>
      </p:pic>
      <p:sp>
        <p:nvSpPr>
          <p:cNvPr id="5" name="Square">
            <a:extLst>
              <a:ext uri="{FF2B5EF4-FFF2-40B4-BE49-F238E27FC236}">
                <a16:creationId xmlns:a16="http://schemas.microsoft.com/office/drawing/2014/main" id="{4E200896-BB57-957B-8A55-81230704B235}"/>
              </a:ext>
            </a:extLst>
          </p:cNvPr>
          <p:cNvSpPr/>
          <p:nvPr/>
        </p:nvSpPr>
        <p:spPr>
          <a:xfrm>
            <a:off x="1048004" y="3118844"/>
            <a:ext cx="10908792" cy="569646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381000" dist="25400" dir="5400000" rotWithShape="0">
              <a:srgbClr val="000000"/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" name="Rectângulo 10">
            <a:extLst>
              <a:ext uri="{FF2B5EF4-FFF2-40B4-BE49-F238E27FC236}">
                <a16:creationId xmlns:a16="http://schemas.microsoft.com/office/drawing/2014/main" id="{ED9539F1-874A-6C40-2C06-8DE7A03969FC}"/>
              </a:ext>
            </a:extLst>
          </p:cNvPr>
          <p:cNvSpPr/>
          <p:nvPr/>
        </p:nvSpPr>
        <p:spPr>
          <a:xfrm>
            <a:off x="1048004" y="4228140"/>
            <a:ext cx="10908792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pt-PT" sz="5200" dirty="0">
                <a:solidFill>
                  <a:srgbClr val="2C009F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3.º | Material e métodos </a:t>
            </a:r>
            <a:br>
              <a:rPr lang="pt-PT" sz="5200" dirty="0">
                <a:solidFill>
                  <a:srgbClr val="2B3FB1"/>
                </a:solidFill>
                <a:latin typeface="Aptos" panose="020B0004020202020204" pitchFamily="34" charset="0"/>
                <a:cs typeface="Arial" panose="020B0604020202020204" pitchFamily="34" charset="0"/>
              </a:rPr>
            </a:br>
            <a:r>
              <a:rPr lang="pt-PT" sz="4200" dirty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Apresentação dos métodos e técnicas utilizadas na abordagem dos problemas apresentados, com o objetivo de alcançar as respostas desejadas</a:t>
            </a:r>
          </a:p>
        </p:txBody>
      </p:sp>
    </p:spTree>
    <p:extLst>
      <p:ext uri="{BB962C8B-B14F-4D97-AF65-F5344CB8AC3E}">
        <p14:creationId xmlns:p14="http://schemas.microsoft.com/office/powerpoint/2010/main" val="2483358539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4347CD0-49EC-AF1E-DF29-A08F2765F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56" y="15498"/>
            <a:ext cx="13002684" cy="9753600"/>
          </a:xfrm>
          <a:prstGeom prst="rect">
            <a:avLst/>
          </a:prstGeom>
        </p:spPr>
      </p:pic>
      <p:sp>
        <p:nvSpPr>
          <p:cNvPr id="7" name="Square">
            <a:extLst>
              <a:ext uri="{FF2B5EF4-FFF2-40B4-BE49-F238E27FC236}">
                <a16:creationId xmlns:a16="http://schemas.microsoft.com/office/drawing/2014/main" id="{FCA74146-96F9-7CDE-2B4B-422AF8630C1A}"/>
              </a:ext>
            </a:extLst>
          </p:cNvPr>
          <p:cNvSpPr/>
          <p:nvPr/>
        </p:nvSpPr>
        <p:spPr>
          <a:xfrm>
            <a:off x="1048004" y="3118844"/>
            <a:ext cx="10908792" cy="569646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381000" dist="25400" dir="5400000" rotWithShape="0">
              <a:srgbClr val="000000"/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" name="Rectângulo 10">
            <a:extLst>
              <a:ext uri="{FF2B5EF4-FFF2-40B4-BE49-F238E27FC236}">
                <a16:creationId xmlns:a16="http://schemas.microsoft.com/office/drawing/2014/main" id="{055D5FA3-511E-D5E7-DAE1-CD3462CC7298}"/>
              </a:ext>
            </a:extLst>
          </p:cNvPr>
          <p:cNvSpPr/>
          <p:nvPr/>
        </p:nvSpPr>
        <p:spPr>
          <a:xfrm>
            <a:off x="1048004" y="4874470"/>
            <a:ext cx="10908792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pt-PT" sz="5200" dirty="0">
                <a:solidFill>
                  <a:srgbClr val="2C009F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4.º | Resultados </a:t>
            </a:r>
            <a:br>
              <a:rPr lang="pt-PT" sz="5200" dirty="0">
                <a:solidFill>
                  <a:srgbClr val="2B3FB1"/>
                </a:solidFill>
                <a:latin typeface="Aptos" panose="020B0004020202020204" pitchFamily="34" charset="0"/>
                <a:cs typeface="Arial" panose="020B0604020202020204" pitchFamily="34" charset="0"/>
              </a:rPr>
            </a:br>
            <a:r>
              <a:rPr lang="pt-PT" sz="4200" dirty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Apresentação dos resultados </a:t>
            </a:r>
            <a:br>
              <a:rPr lang="pt-PT" sz="4200" dirty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</a:br>
            <a:r>
              <a:rPr lang="pt-PT" sz="4200" dirty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(nos seus possíveis vários formatos)</a:t>
            </a:r>
          </a:p>
        </p:txBody>
      </p:sp>
    </p:spTree>
    <p:extLst>
      <p:ext uri="{BB962C8B-B14F-4D97-AF65-F5344CB8AC3E}">
        <p14:creationId xmlns:p14="http://schemas.microsoft.com/office/powerpoint/2010/main" val="24231727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4347CD0-49EC-AF1E-DF29-A08F2765F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56" y="15498"/>
            <a:ext cx="13002684" cy="9753600"/>
          </a:xfrm>
          <a:prstGeom prst="rect">
            <a:avLst/>
          </a:prstGeom>
        </p:spPr>
      </p:pic>
      <p:sp>
        <p:nvSpPr>
          <p:cNvPr id="5" name="Square">
            <a:extLst>
              <a:ext uri="{FF2B5EF4-FFF2-40B4-BE49-F238E27FC236}">
                <a16:creationId xmlns:a16="http://schemas.microsoft.com/office/drawing/2014/main" id="{82DBF16F-90C6-96DD-6E72-5B22B7F526FA}"/>
              </a:ext>
            </a:extLst>
          </p:cNvPr>
          <p:cNvSpPr/>
          <p:nvPr/>
        </p:nvSpPr>
        <p:spPr>
          <a:xfrm>
            <a:off x="1048004" y="3118844"/>
            <a:ext cx="10908792" cy="569646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blurRad="381000" dist="25400" dir="5400000" rotWithShape="0">
              <a:srgbClr val="000000"/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3" name="Rectângulo 10">
            <a:extLst>
              <a:ext uri="{FF2B5EF4-FFF2-40B4-BE49-F238E27FC236}">
                <a16:creationId xmlns:a16="http://schemas.microsoft.com/office/drawing/2014/main" id="{B66B9E17-C582-A99B-B271-116FB690F729}"/>
              </a:ext>
            </a:extLst>
          </p:cNvPr>
          <p:cNvSpPr/>
          <p:nvPr/>
        </p:nvSpPr>
        <p:spPr>
          <a:xfrm>
            <a:off x="1048003" y="4874470"/>
            <a:ext cx="10908793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pt-PT" sz="5200" dirty="0">
                <a:solidFill>
                  <a:srgbClr val="2C009F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5.º | Discussão e conclusões </a:t>
            </a:r>
          </a:p>
          <a:p>
            <a:pPr lvl="1"/>
            <a:r>
              <a:rPr lang="pt-PT" sz="4200" dirty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Apresentação das conclusões alcançadas e/ou dificuldades encontradas</a:t>
            </a:r>
          </a:p>
        </p:txBody>
      </p:sp>
    </p:spTree>
    <p:extLst>
      <p:ext uri="{BB962C8B-B14F-4D97-AF65-F5344CB8AC3E}">
        <p14:creationId xmlns:p14="http://schemas.microsoft.com/office/powerpoint/2010/main" val="1321806989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3214</TotalTime>
  <Words>95</Words>
  <Application>Microsoft Office PowerPoint</Application>
  <PresentationFormat>Personalizados</PresentationFormat>
  <Paragraphs>8</Paragraphs>
  <Slides>6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6</vt:i4>
      </vt:variant>
    </vt:vector>
  </HeadingPairs>
  <TitlesOfParts>
    <vt:vector size="11" baseType="lpstr">
      <vt:lpstr>Aptos</vt:lpstr>
      <vt:lpstr>Helvetica</vt:lpstr>
      <vt:lpstr>Helvetica Light</vt:lpstr>
      <vt:lpstr>Helvetica Neue</vt:lpstr>
      <vt:lpstr>White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Sílvio Mendes</dc:creator>
  <cp:lastModifiedBy>João Silva</cp:lastModifiedBy>
  <cp:revision>139</cp:revision>
  <cp:lastPrinted>2018-07-20T14:40:01Z</cp:lastPrinted>
  <dcterms:modified xsi:type="dcterms:W3CDTF">2026-07-21T13:23:24Z</dcterms:modified>
</cp:coreProperties>
</file>